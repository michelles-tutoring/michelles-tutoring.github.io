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f4e19e2114a22" /><Relationship Type="http://schemas.openxmlformats.org/officeDocument/2006/relationships/extended-properties" Target="/docProps/app.xml" Id="Rbfa48b55709745b8" /><Relationship Type="http://schemas.openxmlformats.org/officeDocument/2006/relationships/officeDocument" Target="/ppt/presentation.xml" Id="R78c802a68dab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ec66eda9a84e0b"/>
  </p:sldMasterIdLst>
  <p:notesMasterIdLst>
    <p:notesMasterId xmlns:r="http://schemas.openxmlformats.org/officeDocument/2006/relationships" r:id="R5ea8694e38d346e8"/>
  </p:notesMasterIdLst>
  <p:sldIdLst>
    <p:sldId xmlns:r="http://schemas.openxmlformats.org/officeDocument/2006/relationships" id="256" r:id="R929997c60bfe440a"/>
    <p:sldId xmlns:r="http://schemas.openxmlformats.org/officeDocument/2006/relationships" id="257" r:id="Ra2580e6b3ddb4c7b"/>
    <p:sldId xmlns:r="http://schemas.openxmlformats.org/officeDocument/2006/relationships" id="258" r:id="Rae11d71d2b2f4c01"/>
    <p:sldId xmlns:r="http://schemas.openxmlformats.org/officeDocument/2006/relationships" id="259" r:id="Re6669b77f8d940f2"/>
    <p:sldId xmlns:r="http://schemas.openxmlformats.org/officeDocument/2006/relationships" id="260" r:id="R9bdcffc95e2b46bc"/>
    <p:sldId xmlns:r="http://schemas.openxmlformats.org/officeDocument/2006/relationships" id="261" r:id="R7c7c635cd956471c"/>
    <p:sldId xmlns:r="http://schemas.openxmlformats.org/officeDocument/2006/relationships" id="262" r:id="R2232530a397c4730"/>
    <p:sldId xmlns:r="http://schemas.openxmlformats.org/officeDocument/2006/relationships" id="263" r:id="R59f5b54c9c0a4595"/>
    <p:sldId xmlns:r="http://schemas.openxmlformats.org/officeDocument/2006/relationships" id="264" r:id="R62ce30f6caf04aa3"/>
    <p:sldId xmlns:r="http://schemas.openxmlformats.org/officeDocument/2006/relationships" id="265" r:id="R51cefc145ebc4c01"/>
    <p:sldId xmlns:r="http://schemas.openxmlformats.org/officeDocument/2006/relationships" id="266" r:id="R6ec9ab74c2074470"/>
    <p:sldId xmlns:r="http://schemas.openxmlformats.org/officeDocument/2006/relationships" id="267" r:id="R1a699d5230524e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90d7847694c7e" /><Relationship Type="http://schemas.openxmlformats.org/officeDocument/2006/relationships/slideMaster" Target="/ppt/slideMasters/slideMaster1.xml" Id="R16ec66eda9a84e0b" /><Relationship Type="http://schemas.openxmlformats.org/officeDocument/2006/relationships/notesMaster" Target="/ppt/notesMasters/notesMaster1.xml" Id="R5ea8694e38d346e8" /><Relationship Type="http://schemas.openxmlformats.org/officeDocument/2006/relationships/presProps" Target="/ppt/presProps.xml" Id="R772866e731aa4132" /><Relationship Type="http://schemas.openxmlformats.org/officeDocument/2006/relationships/tableStyles" Target="/ppt/tableStyles.xml" Id="R3c1eda0adf0b4f87" /><Relationship Type="http://schemas.openxmlformats.org/officeDocument/2006/relationships/slide" Target="/ppt/slides/slide1.xml" Id="R929997c60bfe440a" /><Relationship Type="http://schemas.openxmlformats.org/officeDocument/2006/relationships/slide" Target="/ppt/slides/slide2.xml" Id="Ra2580e6b3ddb4c7b" /><Relationship Type="http://schemas.openxmlformats.org/officeDocument/2006/relationships/slide" Target="/ppt/slides/slide3.xml" Id="Rae11d71d2b2f4c01" /><Relationship Type="http://schemas.openxmlformats.org/officeDocument/2006/relationships/slide" Target="/ppt/slides/slide4.xml" Id="Re6669b77f8d940f2" /><Relationship Type="http://schemas.openxmlformats.org/officeDocument/2006/relationships/slide" Target="/ppt/slides/slide5.xml" Id="R9bdcffc95e2b46bc" /><Relationship Type="http://schemas.openxmlformats.org/officeDocument/2006/relationships/slide" Target="/ppt/slides/slide6.xml" Id="R7c7c635cd956471c" /><Relationship Type="http://schemas.openxmlformats.org/officeDocument/2006/relationships/slide" Target="/ppt/slides/slide7.xml" Id="R2232530a397c4730" /><Relationship Type="http://schemas.openxmlformats.org/officeDocument/2006/relationships/slide" Target="/ppt/slides/slide8.xml" Id="R59f5b54c9c0a4595" /><Relationship Type="http://schemas.openxmlformats.org/officeDocument/2006/relationships/slide" Target="/ppt/slides/slide9.xml" Id="R62ce30f6caf04aa3" /><Relationship Type="http://schemas.openxmlformats.org/officeDocument/2006/relationships/slide" Target="/ppt/slides/slide10.xml" Id="R51cefc145ebc4c01" /><Relationship Type="http://schemas.openxmlformats.org/officeDocument/2006/relationships/slide" Target="/ppt/slides/slide11.xml" Id="R6ec9ab74c2074470" /><Relationship Type="http://schemas.openxmlformats.org/officeDocument/2006/relationships/slide" Target="/ppt/slides/slide12.xml" Id="R1a699d5230524e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3427643982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e3fe8afe94060" /><Relationship Type="http://schemas.openxmlformats.org/officeDocument/2006/relationships/notesMaster" Target="/ppt/notesMasters/notesMaster1.xml" Id="R75ce2433213e48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cee311c0134514" /><Relationship Type="http://schemas.openxmlformats.org/officeDocument/2006/relationships/notesMaster" Target="/ppt/notesMasters/notesMaster1.xml" Id="R99a254e88d3141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410218acdc4962" /><Relationship Type="http://schemas.openxmlformats.org/officeDocument/2006/relationships/notesMaster" Target="/ppt/notesMasters/notesMaster1.xml" Id="R986926152b1c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304a623e844f2" /><Relationship Type="http://schemas.openxmlformats.org/officeDocument/2006/relationships/notesMaster" Target="/ppt/notesMasters/notesMaster1.xml" Id="Rc1301e4aa0204b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00725eb3dd417f" /><Relationship Type="http://schemas.openxmlformats.org/officeDocument/2006/relationships/notesMaster" Target="/ppt/notesMasters/notesMaster1.xml" Id="R9418f30d5f0940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fd750b227649b3" /><Relationship Type="http://schemas.openxmlformats.org/officeDocument/2006/relationships/notesMaster" Target="/ppt/notesMasters/notesMaster1.xml" Id="Rcbc83b76288043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623eb609a4643" /><Relationship Type="http://schemas.openxmlformats.org/officeDocument/2006/relationships/notesMaster" Target="/ppt/notesMasters/notesMaster1.xml" Id="R094e05ab266040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38e840898a4885" /><Relationship Type="http://schemas.openxmlformats.org/officeDocument/2006/relationships/notesMaster" Target="/ppt/notesMasters/notesMaster1.xml" Id="R477e526c86814b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2f2597e8954432" /><Relationship Type="http://schemas.openxmlformats.org/officeDocument/2006/relationships/notesMaster" Target="/ppt/notesMasters/notesMaster1.xml" Id="R490de089d01b42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0779e47c7e48ca" /><Relationship Type="http://schemas.openxmlformats.org/officeDocument/2006/relationships/notesMaster" Target="/ppt/notesMasters/notesMaster1.xml" Id="Rf765e0fed29f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b4a43b86144150" /><Relationship Type="http://schemas.openxmlformats.org/officeDocument/2006/relationships/notesMaster" Target="/ppt/notesMasters/notesMaster1.xml" Id="R9a76e0ac87c449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4adcc1ef7740c1" /><Relationship Type="http://schemas.openxmlformats.org/officeDocument/2006/relationships/notesMaster" Target="/ppt/notesMasters/notesMaster1.xml" Id="Rc30de195d516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her and set a low-pressure tone. Say: ‘Today we’ll explore a shorter way to write repeated multiplication.’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 Do not teach first. Observe multiplication fluency, willingness to try, and whether she thinks 5² means 5×2. Do not announce a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 Have her point to the repeated factor and count the factors aloud. Use the phrase ‘four factors of 3’ to avoid an extra factor.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Ask her to explain the difference. Desired idea: in 3⁴, the 4 counts how many 3s are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 Think aloud only for the first example. For the second, ask ‘What is repeated?’ and ‘How many copies?’ For the third, remain quiet until she has attempted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Answers: A 2⁵; B 5×5×5=125; C 10,000; D 2×2×2×2×2×2. Ask for an explanation before confirming each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 Connect squared to a 4-by-4 array and cubed to a 3-by-3-by-3 cube. Answers: 25 and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 Let her state the pattern. Keep the claim limited to positive whole-number powers of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minutes. Correct responses: 2⁵=32 because there are five factors of 2; 4³=64 because there are three factors of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intended odd one out is 4×4×4 because the other three equal 16. Accept a different choice if she provides sound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minutes, independently. Answers: 9³; 6×6×6×6; 27; the base is the repeated factor and the exponent tells the number of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her to say the main idea in her own words. Praise a specific behavior—such as checking work or explaining clearly—rather than general 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Big Ideas Math: Modeling Real Life, Common Core 2019, Grade 6, Section 1.1: Powers and Exponents.</a:t>
            </a:r>
          </a:p>
          <a:p xmlns:a="http://schemas.openxmlformats.org/drawingml/2006/main">
            <a:r>
              <a:t>- https://www.ixl.com/math/skill-plans/big-ideas-math-2019-common-core-curriculum-6th-grade.pdf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d7c67bb8a45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d0c7c6db9d422b" /><Relationship Type="http://schemas.openxmlformats.org/officeDocument/2006/relationships/slideLayout" Target="/ppt/slideLayouts/slideLayout1.xml" Id="R4c6693eb92d544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6693eb92d544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d38d51fc64f28" /><Relationship Type="http://schemas.openxmlformats.org/officeDocument/2006/relationships/notesSlide" Target="/ppt/notesSlides/notesSlide1.xml" Id="R82a062412e68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ca8f471e7452e" /><Relationship Type="http://schemas.openxmlformats.org/officeDocument/2006/relationships/notesSlide" Target="/ppt/notesSlides/notesSlide2.xml" Id="Ree9b04c077cf42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f109b2bab4c2c" /><Relationship Type="http://schemas.openxmlformats.org/officeDocument/2006/relationships/notesSlide" Target="/ppt/notesSlides/notesSlide3.xml" Id="R929e5a6893c947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b5fd178054131" /><Relationship Type="http://schemas.openxmlformats.org/officeDocument/2006/relationships/notesSlide" Target="/ppt/notesSlides/notesSlide4.xml" Id="R364125b5a60f4b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4ccbd041f4cd3" /><Relationship Type="http://schemas.openxmlformats.org/officeDocument/2006/relationships/notesSlide" Target="/ppt/notesSlides/notesSlide5.xml" Id="R1d86f936b7514e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c00c36a3a45d8" /><Relationship Type="http://schemas.openxmlformats.org/officeDocument/2006/relationships/notesSlide" Target="/ppt/notesSlides/notesSlide6.xml" Id="Rbcccf0a9d80b4d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c80a9d8534cc2" /><Relationship Type="http://schemas.openxmlformats.org/officeDocument/2006/relationships/notesSlide" Target="/ppt/notesSlides/notesSlide7.xml" Id="R9d8a7e600c0246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358312da74e29" /><Relationship Type="http://schemas.openxmlformats.org/officeDocument/2006/relationships/notesSlide" Target="/ppt/notesSlides/notesSlide8.xml" Id="R9c658a82553b49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57f02ef2e4f67" /><Relationship Type="http://schemas.openxmlformats.org/officeDocument/2006/relationships/notesSlide" Target="/ppt/notesSlides/notesSlide9.xml" Id="R7668b134c56349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c4eed687d49ec" /><Relationship Type="http://schemas.openxmlformats.org/officeDocument/2006/relationships/notesSlide" Target="/ppt/notesSlides/notesSlide10.xml" Id="Rb7767206b3b747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74a9908a14699" /><Relationship Type="http://schemas.openxmlformats.org/officeDocument/2006/relationships/notesSlide" Target="/ppt/notesSlides/notesSlide11.xml" Id="R3aef08a6551340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34c54064842ff" /><Relationship Type="http://schemas.openxmlformats.org/officeDocument/2006/relationships/notesSlide" Target="/ppt/notesSlides/notesSlide12.xml" Id="R1c2f7769778443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3D8FC-3D74-4376-81E6-58FD71E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BIG IDEAS MATH • GRADE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0218-B2D8-4CB1-81B4-B40541C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Chapter 1 • Section 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063B7-5E01-41B4-91CE-7EF4CA88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Powers and</a:t>
            </a:r>
          </a:p>
          <a:p xmlns:a="http://schemas.openxmlformats.org/drawingml/2006/main">
            <a:pPr algn="l">
              <a:defRPr sz="57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Exponents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80C95-7EF1-4D0F-8252-0471E91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816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 exponent counts copies. The base is what gets copied.</a:t>
            </a:r>
          </a:p>
        </p:txBody>
      </p:sp>
    </p:spTree>
    <p:extLst>
      <p:ext uri="{BB962C8B-B14F-4D97-AF65-F5344CB8AC3E}">
        <p14:creationId xmlns:p14="http://schemas.microsoft.com/office/powerpoint/2010/main" val="1861239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EEA32-AB3F-43D8-9FD8-3072E450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with what you already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A7F18-124C-4C06-A2F4-4C0BD845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3380A-9622-4497-9E53-67F81CF6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4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8E137-BA03-412F-AC90-B67913E1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335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4 × 4 × 4 =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D4E78-BD06-488E-9A49-1B9AE5B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104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12627-CBEC-4C74-9356-A800E6E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Write 3 × 3 × 3 × 3 in a shorter way.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0CFF9-BB60-467F-B4FF-0DDB094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1104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944233-05F5-4649-8BB3-8AD36BB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What do you think 5² means?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8B653-C556-4B62-ADA4-1CC02901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1104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918BE-FD61-4601-9A56-F4741CAB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Calculate 2³.</a:t>
            </a:r>
          </a:p>
        </p:txBody>
      </p:sp>
    </p:spTree>
    <p:extLst>
      <p:ext uri="{BB962C8B-B14F-4D97-AF65-F5344CB8AC3E}">
        <p14:creationId xmlns:p14="http://schemas.microsoft.com/office/powerpoint/2010/main" val="38065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50DC9-5CAD-4743-B5E8-6C0E816E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power is repeated multiplication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4B45E-1EAE-41E6-B374-55F0FB8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F7425-2813-4D62-80CB-8CB83E71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× 3 × 3 ×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9288E-8D08-458F-B6BE-DBFF11CE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097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759F8-ABCB-48D9-9F41-CB0275DC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3810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73E05-E509-4A97-80A3-83001C5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192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FFAE5-BD1D-4CF5-B614-6B978F6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four factors of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25657-AC83-4ECD-A654-7D8D1C4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13555-2019-4FDD-B3FF-EC258EDD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28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exponent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F5614-F1CA-4977-87C3-79A61CC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base is repeated.   The exponent tells how many factors.</a:t>
            </a:r>
          </a:p>
        </p:txBody>
      </p:sp>
    </p:spTree>
    <p:extLst>
      <p:ext uri="{BB962C8B-B14F-4D97-AF65-F5344CB8AC3E}">
        <p14:creationId xmlns:p14="http://schemas.microsoft.com/office/powerpoint/2010/main" val="1668350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5AAD7D-C697-4FC5-AA83-AD7991DF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 exponent is not ordinary multiplication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F5939-8ECD-40DA-A077-0A1A2D30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76857-713E-4EAF-8FCC-9A8B4410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238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16F30-06F1-4479-97EE-72759462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238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363D3-715E-4573-B224-BA39EA51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13F7D-BA68-4BE6-A825-F3C391C7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 × 3 × 3 ×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C874B-0561-4268-A797-CB39AF07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=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68A4F-7D74-4554-9232-71ECEF7D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4619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3 ×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97A7A-29F1-49BE-93FF-9DA578C9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09875"/>
            <a:ext cx="4619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ordinary multiplication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29E23-0E1D-4F8C-B33E-62274165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14750"/>
            <a:ext cx="4619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=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02DCE-849C-43A7-BE88-4E90DDFE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4825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Why aren’t these equal?</a:t>
            </a:r>
          </a:p>
        </p:txBody>
      </p:sp>
    </p:spTree>
    <p:extLst>
      <p:ext uri="{BB962C8B-B14F-4D97-AF65-F5344CB8AC3E}">
        <p14:creationId xmlns:p14="http://schemas.microsoft.com/office/powerpoint/2010/main" val="1507248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D0473-C2D2-4C23-992E-5CA842BF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Learn it in three moves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96940-4C4D-4142-9E80-604E102F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952500" y="31432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7278F-E352-4C25-BFC7-8521397B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294B6-112A-421F-8580-AC2F6E2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0D676-2462-4CED-AA8B-E366CE8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6 × 6 × 6 = 6³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224B3-CDD6-4B07-9FDF-6199AE08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Watch how I identify the repeated factor.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DE68B-A0AA-4F3E-9960-DEDF88E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65B2E-C8A7-41FD-836F-5445A2F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00337-6A31-4A55-A3C1-4CC0A97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 × 8 = 8²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A8781-5A78-4BD2-A857-7754A9F9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Tell me the base and exponent.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0E20-6A92-41D7-858A-82BD55DF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FCEAD-7BF5-44C7-BC5A-0D60F73B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D80FE-319A-4BDF-874C-ABE75C50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7 × 7 × 7 × 7 = 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9ABF5-1122-4C5A-A4D7-02D1AF32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Solve it—and explain why.</a:t>
            </a:r>
          </a:p>
        </p:txBody>
      </p:sp>
    </p:spTree>
    <p:extLst>
      <p:ext uri="{BB962C8B-B14F-4D97-AF65-F5344CB8AC3E}">
        <p14:creationId xmlns:p14="http://schemas.microsoft.com/office/powerpoint/2010/main" val="16427778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79CCE-2312-4E46-9501-9B3A553A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Your turn: write, expand, evaluate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97044-55BA-4DB6-A20E-31E3030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76668-0B3B-4A4D-B052-3405CB28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6C08B-6BA5-4D33-BE4A-711CFD76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  2 × 2 × 2 × 2 ×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69B52-FDC1-423C-A328-F87AEB3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FA2445-8605-4852-BABF-2918ABD4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764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   5³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BEE01-4BF9-4D87-83BF-8C5D2BCA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34268-D1B2-4A26-8FA6-0A1D8274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   10⁴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DFA21-6B3E-4A7C-B9A6-941FBB78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53340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12B7F-4D37-4C22-9E2D-D8DB97D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624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   Write a product equal to 2⁶</a:t>
            </a:r>
          </a:p>
        </p:txBody>
      </p:sp>
    </p:spTree>
    <p:extLst>
      <p:ext uri="{BB962C8B-B14F-4D97-AF65-F5344CB8AC3E}">
        <p14:creationId xmlns:p14="http://schemas.microsoft.com/office/powerpoint/2010/main" val="475844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0AE2E-2886-42A7-99F0-B0F4AAC1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Squares and cubes are powers with special names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427C9-517C-4D05-BA9B-63174601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46348-A12C-420B-8A58-1292331E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BC1EF-94EB-4442-9D49-C6D6AF6C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5143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9FC82-99FA-435A-8389-F3C64C11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2F0E0-21F3-4D12-8F57-5800DEF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62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“four squared”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BF466-ADC8-4A72-8A81-691E46B2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× 4 =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0EC61-CD71-4184-99DC-ADDB5C02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428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16943-7F9F-4F86-B06E-44645B02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622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“three cubed”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C4AC2-B9F9-432B-944D-76ADDC92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623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× 3 × 3 = 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BA878-59E4-49BD-B8D3-0530E739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would 5² and 2³ equal?</a:t>
            </a:r>
          </a:p>
        </p:txBody>
      </p:sp>
    </p:spTree>
    <p:extLst>
      <p:ext uri="{BB962C8B-B14F-4D97-AF65-F5344CB8AC3E}">
        <p14:creationId xmlns:p14="http://schemas.microsoft.com/office/powerpoint/2010/main" val="1815871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CF62E-0D50-43A2-9ED9-94B71518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Powers of 10 reveal a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B75CB-F192-4F85-B24F-BA38F1CD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C8A328-F3C1-4943-9F33-681A522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38FB2-132D-4F6E-8881-4C02A47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D2674-4D91-4A77-9EF0-D4EB88AD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41FAE-DEC1-476C-8A30-08A9560D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45127-9A6E-4B5F-B789-B4320066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13D54-83FE-4980-A261-EAB524B7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5A3BC-5119-4C6B-9DF8-C36EF601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A0399-F76E-48A5-BF41-F5EE2DA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7F7F4-175F-4BDA-B66A-E5D67326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95625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0AF8D-DD49-4A31-B56F-2423B32D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26255-3336-4115-A26E-9C272677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242887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6A286-F0E3-46ED-9121-7E0D35E5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2428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9C68F-36A2-44A3-91FA-AC4D12D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do you notice about the exponent and the zeros?</a:t>
            </a:r>
          </a:p>
        </p:txBody>
      </p:sp>
    </p:spTree>
    <p:extLst>
      <p:ext uri="{BB962C8B-B14F-4D97-AF65-F5344CB8AC3E}">
        <p14:creationId xmlns:p14="http://schemas.microsoft.com/office/powerpoint/2010/main" val="393714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4B7F4-E0B5-4ED3-9E12-7F8CCB1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Error detective: teach the imaginary student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70EBE-B697-4F91-B9B4-2146200C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3056A-BBB4-4438-8E9C-A56EBEB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5048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530D7-3D15-477F-9492-66EAD4F6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5048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9CAF-F181-447F-A142-A1508ED2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2⁵ = 2 × 5 =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38675-B94E-449D-89FD-CD57972F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5EC8A-65CD-4612-AEE1-1A18C9B4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431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4³ = 4 × 4 × 4 ×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7A43A-B2B1-4B6E-BE0C-A5137A77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813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went wrong?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81934-146B-4C27-A043-321598D9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8637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Correct each answer and explain the fix.</a:t>
            </a:r>
          </a:p>
        </p:txBody>
      </p:sp>
    </p:spTree>
    <p:extLst>
      <p:ext uri="{BB962C8B-B14F-4D97-AF65-F5344CB8AC3E}">
        <p14:creationId xmlns:p14="http://schemas.microsoft.com/office/powerpoint/2010/main" val="10972668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6AC20-CCE4-4129-A3C9-D4EDDC4D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Quick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B99A6-2311-41DA-916C-6FB8C7C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7E263-5E22-4A75-98DA-35E0101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811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Which expression does not belong?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F3FAB-00C4-4FA0-8679-C22001B1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381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DB435-BA96-4656-91B3-64B7A765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DB340-0800-4AB1-93BB-9D1FE4F5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57500"/>
            <a:ext cx="2381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69472-8009-4194-929A-C930D599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099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65479-9CE6-4275-B8DF-2F9DA267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2381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4522E-83C5-4AE2-BB47-F3A14DC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099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 × 2 × 2 ×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15AF5-B90E-4078-9B8F-D8AE243C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57500"/>
            <a:ext cx="238125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DB2B7-E0E1-45E0-8A01-3B7CFDBC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09925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4 × 4 × 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DD9EB-D0CB-44A8-B7AB-B318211B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435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Be ready to defend your choice.</a:t>
            </a:r>
          </a:p>
        </p:txBody>
      </p:sp>
    </p:spTree>
    <p:extLst>
      <p:ext uri="{BB962C8B-B14F-4D97-AF65-F5344CB8AC3E}">
        <p14:creationId xmlns:p14="http://schemas.microsoft.com/office/powerpoint/2010/main" val="990687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A601E-D080-42E4-B19F-799D0FC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61BC7-95AA-4E97-84B5-8AA5455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C8479-706B-4401-BB59-6FADF57E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   Write 9 × 9 × 9 as a power.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809625" y="20478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67C51-D477-4CC0-AB9C-1BB4867F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   Expand 6⁴.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809625" y="309562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9BC47-D29A-4F3E-AF81-41499EDD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   Evaluate 3³.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809625" y="414337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9A543-42CC-42B3-9A78-B2C87AAC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4   Explain the jobs of the base and exponent.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809625" y="5191125"/>
            <a:ext cx="10572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389808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D8D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916D9-BD97-4310-9B09-27BEB202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095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exponent counts copies.</a:t>
            </a:r>
          </a:p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base is what gets copied.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67DE1-5DBE-4F9A-A223-3624892A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EAF5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AF5FF"/>
                </a:solidFill>
                <a:latin typeface="Arial"/>
                <a:ea typeface="Arial"/>
                <a:cs typeface="Arial"/>
              </a:rPr>
              <a:t>Next: use exponents inside the order of operations</a:t>
            </a:r>
          </a:p>
        </p:txBody>
      </p:sp>
    </p:spTree>
    <p:extLst>
      <p:ext uri="{BB962C8B-B14F-4D97-AF65-F5344CB8AC3E}">
        <p14:creationId xmlns:p14="http://schemas.microsoft.com/office/powerpoint/2010/main" val="211877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2026-08-13T05:02:01.1340000Z</dcterms:created>
  <dcterms:modified xsi:type="dcterms:W3CDTF">2026-08-13T05:02:01.1340000Z</dcterms:modified>
</coreProperties>
</file>