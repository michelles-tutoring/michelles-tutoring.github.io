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7d3c7f7f7e425c" /><Relationship Type="http://schemas.openxmlformats.org/officeDocument/2006/relationships/extended-properties" Target="/docProps/app.xml" Id="Rf44bb5d819dd4e29" /><Relationship Type="http://schemas.openxmlformats.org/officeDocument/2006/relationships/officeDocument" Target="/ppt/presentation.xml" Id="Rcf09dced2caf4b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ddfe8088f420e"/>
  </p:sldMasterIdLst>
  <p:notesMasterIdLst>
    <p:notesMasterId xmlns:r="http://schemas.openxmlformats.org/officeDocument/2006/relationships" r:id="R7a48bcff054d4aa1"/>
  </p:notesMasterIdLst>
  <p:sldIdLst>
    <p:sldId xmlns:r="http://schemas.openxmlformats.org/officeDocument/2006/relationships" id="256" r:id="R661f5626d33542ca"/>
    <p:sldId xmlns:r="http://schemas.openxmlformats.org/officeDocument/2006/relationships" id="257" r:id="R8684a4df998e4621"/>
    <p:sldId xmlns:r="http://schemas.openxmlformats.org/officeDocument/2006/relationships" id="258" r:id="R1f2d8e63ebeb4cba"/>
    <p:sldId xmlns:r="http://schemas.openxmlformats.org/officeDocument/2006/relationships" id="259" r:id="Rd02560359618442c"/>
    <p:sldId xmlns:r="http://schemas.openxmlformats.org/officeDocument/2006/relationships" id="260" r:id="Rf31d4b70af3b44b4"/>
    <p:sldId xmlns:r="http://schemas.openxmlformats.org/officeDocument/2006/relationships" id="261" r:id="Rd7d2808b7a0c4a2f"/>
    <p:sldId xmlns:r="http://schemas.openxmlformats.org/officeDocument/2006/relationships" id="262" r:id="R59ef81d57e4945db"/>
    <p:sldId xmlns:r="http://schemas.openxmlformats.org/officeDocument/2006/relationships" id="263" r:id="R2afdb591764d48ab"/>
    <p:sldId xmlns:r="http://schemas.openxmlformats.org/officeDocument/2006/relationships" id="264" r:id="Ra2a5f004b871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6f649d6654b37" /><Relationship Type="http://schemas.openxmlformats.org/officeDocument/2006/relationships/slideMaster" Target="/ppt/slideMasters/slideMaster1.xml" Id="Re4addfe8088f420e" /><Relationship Type="http://schemas.openxmlformats.org/officeDocument/2006/relationships/notesMaster" Target="/ppt/notesMasters/notesMaster1.xml" Id="R7a48bcff054d4aa1" /><Relationship Type="http://schemas.openxmlformats.org/officeDocument/2006/relationships/presProps" Target="/ppt/presProps.xml" Id="R007fc9722ebe4c22" /><Relationship Type="http://schemas.openxmlformats.org/officeDocument/2006/relationships/tableStyles" Target="/ppt/tableStyles.xml" Id="R638ca177b5834629" /><Relationship Type="http://schemas.openxmlformats.org/officeDocument/2006/relationships/slide" Target="/ppt/slides/slide1.xml" Id="R661f5626d33542ca" /><Relationship Type="http://schemas.openxmlformats.org/officeDocument/2006/relationships/slide" Target="/ppt/slides/slide2.xml" Id="R8684a4df998e4621" /><Relationship Type="http://schemas.openxmlformats.org/officeDocument/2006/relationships/slide" Target="/ppt/slides/slide3.xml" Id="R1f2d8e63ebeb4cba" /><Relationship Type="http://schemas.openxmlformats.org/officeDocument/2006/relationships/slide" Target="/ppt/slides/slide4.xml" Id="Rd02560359618442c" /><Relationship Type="http://schemas.openxmlformats.org/officeDocument/2006/relationships/slide" Target="/ppt/slides/slide5.xml" Id="Rf31d4b70af3b44b4" /><Relationship Type="http://schemas.openxmlformats.org/officeDocument/2006/relationships/slide" Target="/ppt/slides/slide6.xml" Id="Rd7d2808b7a0c4a2f" /><Relationship Type="http://schemas.openxmlformats.org/officeDocument/2006/relationships/slide" Target="/ppt/slides/slide7.xml" Id="R59ef81d57e4945db" /><Relationship Type="http://schemas.openxmlformats.org/officeDocument/2006/relationships/slide" Target="/ppt/slides/slide8.xml" Id="R2afdb591764d48ab" /><Relationship Type="http://schemas.openxmlformats.org/officeDocument/2006/relationships/slide" Target="/ppt/slides/slide9.xml" Id="Ra2a5f004b871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c965ba9d53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f0133adaf45eb" /><Relationship Type="http://schemas.openxmlformats.org/officeDocument/2006/relationships/notesMaster" Target="/ppt/notesMasters/notesMaster1.xml" Id="R4d7b12f9d5fe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e660abcbf4a39" /><Relationship Type="http://schemas.openxmlformats.org/officeDocument/2006/relationships/notesMaster" Target="/ppt/notesMasters/notesMaster1.xml" Id="R11cfdd68b7f14a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297c9ef09740f3" /><Relationship Type="http://schemas.openxmlformats.org/officeDocument/2006/relationships/notesMaster" Target="/ppt/notesMasters/notesMaster1.xml" Id="R001cfe5f12d745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d7313b4d614c62" /><Relationship Type="http://schemas.openxmlformats.org/officeDocument/2006/relationships/notesMaster" Target="/ppt/notesMasters/notesMaster1.xml" Id="Re41471d47869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e8799ea9145c2" /><Relationship Type="http://schemas.openxmlformats.org/officeDocument/2006/relationships/notesMaster" Target="/ppt/notesMasters/notesMaster1.xml" Id="Rdbe8fc280bf44a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b544c4af142a9" /><Relationship Type="http://schemas.openxmlformats.org/officeDocument/2006/relationships/notesMaster" Target="/ppt/notesMasters/notesMaster1.xml" Id="R71a27e08aec846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4d255d16044f76" /><Relationship Type="http://schemas.openxmlformats.org/officeDocument/2006/relationships/notesMaster" Target="/ppt/notesMasters/notesMaster1.xml" Id="R4506e44e862342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650c46a32e403f" /><Relationship Type="http://schemas.openxmlformats.org/officeDocument/2006/relationships/notesMaster" Target="/ppt/notesMasters/notesMaster1.xml" Id="Rf39f01cce58f42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582a465ffd4cea" /><Relationship Type="http://schemas.openxmlformats.org/officeDocument/2006/relationships/notesMaster" Target="/ppt/notesMasters/notesMaster1.xml" Id="R36c038eff83542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goal and ask what the student already remembers about this topic.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low-pressure diagnostic. Do not teach first; note vocabulary, fluency, and strategy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compare the two sides and explain the important distinction in her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first step, then have the student narrate the remaining steps. Emphasize reasoning over memorizing a phrase.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A 8; B 6; C 12; D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corrections: 4 (a GCF must divide both numbers); 6 (3 is common but not greatest).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any mathematically valid reasoning. Ask a follow-up question if the student gives only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5 minutes independently. Answers: 5; 4; 6; no larger factor divides every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restate the takeaway. Praise a specific strategy or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Chapter 1.</a:t>
            </a:r>
          </a:p>
          <a:p xmlns:a="http://schemas.openxmlformats.org/drawingml/2006/main">
            <a:r>
              <a:t>- https://www.sau19.org/attachments/article/288/Big%20Ideas%20Math%206-Algebra%20Scope%20and%20Sequence.pdf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647f2188144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7158d6f5748d9" /><Relationship Type="http://schemas.openxmlformats.org/officeDocument/2006/relationships/slideLayout" Target="/ppt/slideLayouts/slideLayout1.xml" Id="Rdebfac2a4e7e4f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fac2a4e7e4f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3a015dbd7469a" /><Relationship Type="http://schemas.openxmlformats.org/officeDocument/2006/relationships/notesSlide" Target="/ppt/notesSlides/notesSlide1.xml" Id="R5a2ba862132f41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84d6d6344b4f" /><Relationship Type="http://schemas.openxmlformats.org/officeDocument/2006/relationships/notesSlide" Target="/ppt/notesSlides/notesSlide2.xml" Id="Ra411ad4ae03f47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ff54f502446ca" /><Relationship Type="http://schemas.openxmlformats.org/officeDocument/2006/relationships/notesSlide" Target="/ppt/notesSlides/notesSlide3.xml" Id="R3a373679ec4e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c5a703744cfe" /><Relationship Type="http://schemas.openxmlformats.org/officeDocument/2006/relationships/notesSlide" Target="/ppt/notesSlides/notesSlide4.xml" Id="Re1003478e9bd45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53e7f84ca4d35" /><Relationship Type="http://schemas.openxmlformats.org/officeDocument/2006/relationships/notesSlide" Target="/ppt/notesSlides/notesSlide5.xml" Id="Ra8e0587cc2be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3ee510437494a" /><Relationship Type="http://schemas.openxmlformats.org/officeDocument/2006/relationships/notesSlide" Target="/ppt/notesSlides/notesSlide6.xml" Id="Rd2799e990fc24b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81d637f647c5" /><Relationship Type="http://schemas.openxmlformats.org/officeDocument/2006/relationships/notesSlide" Target="/ppt/notesSlides/notesSlide7.xml" Id="Rb88e56709be440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8aab6b254230" /><Relationship Type="http://schemas.openxmlformats.org/officeDocument/2006/relationships/notesSlide" Target="/ppt/notesSlides/notesSlide8.xml" Id="R51df365139f64e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8a7c4e20d4ec4" /><Relationship Type="http://schemas.openxmlformats.org/officeDocument/2006/relationships/notesSlide" Target="/ppt/notesSlides/notesSlide9.xml" Id="Rd70d3cf7f2104a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517A6-C9BF-49CB-BFBB-3DA136BA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IDEAS MATH • GRADE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2735-C686-44DB-B078-04BEB4C6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Chapter 1 • Section 1.4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30812-48C4-4CF5-A76E-5EA1441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Greatest Common 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6CCB1-F88F-4C86-8652-7C96D567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GCF is the largest factor shared by every number.</a:t>
            </a:r>
          </a:p>
        </p:txBody>
      </p:sp>
    </p:spTree>
    <p:extLst>
      <p:ext uri="{BB962C8B-B14F-4D97-AF65-F5344CB8AC3E}">
        <p14:creationId xmlns:p14="http://schemas.microsoft.com/office/powerpoint/2010/main" val="2037850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71047-ED15-4FD5-923A-0579587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by listing factors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CF4F7-EF46-4E52-AB75-F5ABF02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1E815-A920-402F-8F63-98F87155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62A14-DCDE-4B87-A23D-033F2AA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List the factors of 12.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DFD08-CCA3-4F74-9198-C2337714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203CF-9BA1-4468-A23F-0E4451FE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List the factors of 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D4DCE-48F5-4600-9337-BB6BBC4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D9462-07B2-4612-B98C-AB683D67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Which factors do 12 and 18 share?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F2873-FFEF-42B8-BCC0-B7CD360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D5747-E1A4-4EDA-A1A4-BFBD62F2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What is the largest shared factor?</a:t>
            </a:r>
          </a:p>
        </p:txBody>
      </p:sp>
    </p:spTree>
    <p:extLst>
      <p:ext uri="{BB962C8B-B14F-4D97-AF65-F5344CB8AC3E}">
        <p14:creationId xmlns:p14="http://schemas.microsoft.com/office/powerpoint/2010/main" val="1727118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384AA-5E2B-45EC-ACF7-19DA22C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Common means shared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81BF9-91AA-4CEB-89A5-E8CCF99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E79FF-E562-4CEB-9819-463C0236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EE461-17EC-4D76-B6B4-856B8619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3A13B-E12A-4A75-93BA-6AD3539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FACTORS OF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CB62C-59D8-4D0A-A32D-8C5E181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1, 2, 3, 4, 6, 12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9BC18-0E05-44C6-8573-E1DFB290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FACTORS OF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B10BF-04BA-4757-86F3-553D017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1, 2, 3, 6, 9, 18</a:t>
            </a:r>
          </a:p>
        </p:txBody>
      </p:sp>
    </p:spTree>
    <p:extLst>
      <p:ext uri="{BB962C8B-B14F-4D97-AF65-F5344CB8AC3E}">
        <p14:creationId xmlns:p14="http://schemas.microsoft.com/office/powerpoint/2010/main" val="1131073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51F6A-E63E-44CA-AC91-32C7911D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Two methods lead to the same GCF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112AA-8DD6-433E-81E6-0033323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000125" y="3381375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90CA4-07EE-4E34-8B09-597116A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9D22C-5583-4406-8448-AAB3E91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8BC5-ED92-433E-8552-DAA7CD3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85866-7451-421A-BDDD-9A78CD3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Find every factor.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6492F-D6C6-46C1-B7C4-F2E3589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112B5-4F57-42BF-B177-97F77153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67BB0-DB42-4ABB-8061-6CD2F79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3126C-7FA8-44CF-AACA-2822627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Circle common factors.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35D7D-BC8E-48C2-BAF9-ECCCE74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8CDB7-E860-491C-957B-7AA7C98E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OR 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1771A-3D10-4B58-BF3C-66D88ED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prime factors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480D-CE9C-468C-A470-1CF53C55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Match common primes.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15A0B-894E-4D17-BF54-6919FEC5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ACD51-9FBB-4295-AC48-8938E25B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18573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E9EDE-C04D-4D2B-B213-A0346937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23336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greatest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DB298-1160-42CF-8D91-87222A8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857625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Multiply the shared primes.</a:t>
            </a:r>
          </a:p>
        </p:txBody>
      </p:sp>
    </p:spTree>
    <p:extLst>
      <p:ext uri="{BB962C8B-B14F-4D97-AF65-F5344CB8AC3E}">
        <p14:creationId xmlns:p14="http://schemas.microsoft.com/office/powerpoint/2010/main" val="1827136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AF0DE-84E1-4650-B5EB-27CFC4C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Find each greatest common 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BD25-A29A-4184-A2C7-7E70816E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5E3E-52DA-45A8-A62E-D1BC8859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BADFD-9B6C-4FE2-A51E-70F3D0CA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  GCF(16, 24)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E730B-1BF3-4C85-B449-37AAB89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5628D-60B9-4C1C-ABD1-2A397503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   GCF(18, 30)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DBDA-5AD0-4E76-847A-59755FA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E933F-6298-4A15-AD9A-F60D61EE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   GCF(24, 36)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5B964-A9FD-4B18-BD7E-0D4D25D5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E1BC2-9490-40F3-946E-AC5C743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14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   GCF(12, 18, 30)</a:t>
            </a:r>
          </a:p>
        </p:txBody>
      </p:sp>
    </p:spTree>
    <p:extLst>
      <p:ext uri="{BB962C8B-B14F-4D97-AF65-F5344CB8AC3E}">
        <p14:creationId xmlns:p14="http://schemas.microsoft.com/office/powerpoint/2010/main" val="1030128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A65EB-57AC-41B9-9632-CF6D2387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detective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AF202-47DB-4F45-A6A8-1494A3E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A52E9-9272-4FA3-9D06-B3768EEB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9A660-C840-4992-8AEC-AFAF901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GCF(8, 12) =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F2CF5-1980-4EDF-B6C6-E697290E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E735-978E-4019-89E6-2D9A39DE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143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C4DBE-DB6E-4221-B6D3-2097499F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GCF(18, 30) =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DA3B6-860B-434C-9F02-4E204D4B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19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90CA6-60B0-4AB2-B6D0-F7E12BD0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each answer and explain the fix.</a:t>
            </a:r>
          </a:p>
        </p:txBody>
      </p:sp>
    </p:spTree>
    <p:extLst>
      <p:ext uri="{BB962C8B-B14F-4D97-AF65-F5344CB8AC3E}">
        <p14:creationId xmlns:p14="http://schemas.microsoft.com/office/powerpoint/2010/main" val="1693604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60171-CB08-4BE9-84FE-8A91089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the GCF in a real situation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667BF-8B50-40B8-AFC8-14352F6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CA8F3-5FBD-4DCA-8398-A838B71F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811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24 red and 36 blue beads go into identical kits. Greatest number of kits?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D05EC-4488-4B10-8759-B0C4BDC7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5998B-BF4C-420E-82E3-C89792DC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 kits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AD35D-11BD-4D01-90B5-64F05826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ECD64-123F-4BB3-BEBE-0E363D65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 kits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945A9-A3B2-444C-966C-C606364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A1BB-F34E-4281-9AB3-2DFB4D3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 kits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086AD-DF5D-4966-A8DB-B5B400FB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DB0F7-D53A-4EDF-A4E9-BB926AF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19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 kits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0687B-7198-42FA-99CC-D1A72C01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</p:spTree>
    <p:extLst>
      <p:ext uri="{BB962C8B-B14F-4D97-AF65-F5344CB8AC3E}">
        <p14:creationId xmlns:p14="http://schemas.microsoft.com/office/powerpoint/2010/main" val="1327707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3E17A-AC2F-4506-AF55-9CBD6D9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78D31-DB3E-45E6-83CE-93FAD35B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A609A-4C5F-4227-ABB3-175D5CD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Find GCF(10, 15).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09625" y="20478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B768E-B712-4F76-81D5-03DC6208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Find GCF(20, 32).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9625" y="31146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A73A9-06BE-4143-A3EF-8CE8567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Find GCF(18, 24, 42).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09625" y="41814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C9509-1E8D-4797-A5D0-AE4D7F2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815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How do you know a common factor is greatest?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09625" y="52482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36983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A3CC4-CDC9-453B-B106-E9815B3C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GCF is shared—and no larger shared factor exists.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993D2-30C7-4A0D-80C3-7F07AEF3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5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F"/>
                </a:solidFill>
                <a:latin typeface="Arial"/>
                <a:ea typeface="Arial"/>
                <a:cs typeface="Arial"/>
              </a:rPr>
              <a:t>Next: find the first multiple numbers have in common</a:t>
            </a:r>
          </a:p>
        </p:txBody>
      </p:sp>
    </p:spTree>
    <p:extLst>
      <p:ext uri="{BB962C8B-B14F-4D97-AF65-F5344CB8AC3E}">
        <p14:creationId xmlns:p14="http://schemas.microsoft.com/office/powerpoint/2010/main" val="902062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2026-08-13T05:21:09.0000000Z</dcterms:created>
  <dcterms:modified xsi:type="dcterms:W3CDTF">2026-08-13T05:21:09.0000000Z</dcterms:modified>
</coreProperties>
</file>