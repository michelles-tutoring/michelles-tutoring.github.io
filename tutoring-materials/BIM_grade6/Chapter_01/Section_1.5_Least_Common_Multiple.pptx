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9d0a67e38f4470" /><Relationship Type="http://schemas.openxmlformats.org/officeDocument/2006/relationships/extended-properties" Target="/docProps/app.xml" Id="Rf35e586f8ad04822" /><Relationship Type="http://schemas.openxmlformats.org/officeDocument/2006/relationships/officeDocument" Target="/ppt/presentation.xml" Id="Ra2b23e5d6ae7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e69d3aebd45e2"/>
  </p:sldMasterIdLst>
  <p:notesMasterIdLst>
    <p:notesMasterId xmlns:r="http://schemas.openxmlformats.org/officeDocument/2006/relationships" r:id="R13fc6198c90f4c0c"/>
  </p:notesMasterIdLst>
  <p:sldIdLst>
    <p:sldId xmlns:r="http://schemas.openxmlformats.org/officeDocument/2006/relationships" id="256" r:id="R2f722f7ce49c46b9"/>
    <p:sldId xmlns:r="http://schemas.openxmlformats.org/officeDocument/2006/relationships" id="257" r:id="R40596e7d1987471c"/>
    <p:sldId xmlns:r="http://schemas.openxmlformats.org/officeDocument/2006/relationships" id="258" r:id="Rce337b863b2142d0"/>
    <p:sldId xmlns:r="http://schemas.openxmlformats.org/officeDocument/2006/relationships" id="259" r:id="R08b881988ddd4389"/>
    <p:sldId xmlns:r="http://schemas.openxmlformats.org/officeDocument/2006/relationships" id="260" r:id="Rd8c22fd9592d4435"/>
    <p:sldId xmlns:r="http://schemas.openxmlformats.org/officeDocument/2006/relationships" id="261" r:id="R3b441bf98e4b4a44"/>
    <p:sldId xmlns:r="http://schemas.openxmlformats.org/officeDocument/2006/relationships" id="262" r:id="R32655c5a220b4cd8"/>
    <p:sldId xmlns:r="http://schemas.openxmlformats.org/officeDocument/2006/relationships" id="263" r:id="R2857624379a94ae2"/>
    <p:sldId xmlns:r="http://schemas.openxmlformats.org/officeDocument/2006/relationships" id="264" r:id="R4bc93564440f41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8009c38b79409f" /><Relationship Type="http://schemas.openxmlformats.org/officeDocument/2006/relationships/slideMaster" Target="/ppt/slideMasters/slideMaster1.xml" Id="R52ce69d3aebd45e2" /><Relationship Type="http://schemas.openxmlformats.org/officeDocument/2006/relationships/notesMaster" Target="/ppt/notesMasters/notesMaster1.xml" Id="R13fc6198c90f4c0c" /><Relationship Type="http://schemas.openxmlformats.org/officeDocument/2006/relationships/presProps" Target="/ppt/presProps.xml" Id="Re74b5d2a0a554c7e" /><Relationship Type="http://schemas.openxmlformats.org/officeDocument/2006/relationships/tableStyles" Target="/ppt/tableStyles.xml" Id="Re0ecc28a968441fe" /><Relationship Type="http://schemas.openxmlformats.org/officeDocument/2006/relationships/slide" Target="/ppt/slides/slide1.xml" Id="R2f722f7ce49c46b9" /><Relationship Type="http://schemas.openxmlformats.org/officeDocument/2006/relationships/slide" Target="/ppt/slides/slide2.xml" Id="R40596e7d1987471c" /><Relationship Type="http://schemas.openxmlformats.org/officeDocument/2006/relationships/slide" Target="/ppt/slides/slide3.xml" Id="Rce337b863b2142d0" /><Relationship Type="http://schemas.openxmlformats.org/officeDocument/2006/relationships/slide" Target="/ppt/slides/slide4.xml" Id="R08b881988ddd4389" /><Relationship Type="http://schemas.openxmlformats.org/officeDocument/2006/relationships/slide" Target="/ppt/slides/slide5.xml" Id="Rd8c22fd9592d4435" /><Relationship Type="http://schemas.openxmlformats.org/officeDocument/2006/relationships/slide" Target="/ppt/slides/slide6.xml" Id="R3b441bf98e4b4a44" /><Relationship Type="http://schemas.openxmlformats.org/officeDocument/2006/relationships/slide" Target="/ppt/slides/slide7.xml" Id="R32655c5a220b4cd8" /><Relationship Type="http://schemas.openxmlformats.org/officeDocument/2006/relationships/slide" Target="/ppt/slides/slide8.xml" Id="R2857624379a94ae2" /><Relationship Type="http://schemas.openxmlformats.org/officeDocument/2006/relationships/slide" Target="/ppt/slides/slide9.xml" Id="R4bc93564440f41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1f9406495f45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08208b727c4799" /><Relationship Type="http://schemas.openxmlformats.org/officeDocument/2006/relationships/notesMaster" Target="/ppt/notesMasters/notesMaster1.xml" Id="Rfa9ef3909ccb4e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7c6fc2ce514e25" /><Relationship Type="http://schemas.openxmlformats.org/officeDocument/2006/relationships/notesMaster" Target="/ppt/notesMasters/notesMaster1.xml" Id="R39089cf9c8a249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a5f2617324f89" /><Relationship Type="http://schemas.openxmlformats.org/officeDocument/2006/relationships/notesMaster" Target="/ppt/notesMasters/notesMaster1.xml" Id="R7fc99c6a38af42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ae2ef6a8514f3d" /><Relationship Type="http://schemas.openxmlformats.org/officeDocument/2006/relationships/notesMaster" Target="/ppt/notesMasters/notesMaster1.xml" Id="R5eb72506b6e440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786d044a047f6" /><Relationship Type="http://schemas.openxmlformats.org/officeDocument/2006/relationships/notesMaster" Target="/ppt/notesMasters/notesMaster1.xml" Id="R1cda441e997248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3f0473ab3436c" /><Relationship Type="http://schemas.openxmlformats.org/officeDocument/2006/relationships/notesMaster" Target="/ppt/notesMasters/notesMaster1.xml" Id="Rbd04b568805141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ebdd4fae784bd9" /><Relationship Type="http://schemas.openxmlformats.org/officeDocument/2006/relationships/notesMaster" Target="/ppt/notesMasters/notesMaster1.xml" Id="Rbb742874f3184e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857ebf56f6422b" /><Relationship Type="http://schemas.openxmlformats.org/officeDocument/2006/relationships/notesMaster" Target="/ppt/notesMasters/notesMaster1.xml" Id="R1910d2f9b46f41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5e0447aef14a1f" /><Relationship Type="http://schemas.openxmlformats.org/officeDocument/2006/relationships/notesMaster" Target="/ppt/notesMasters/notesMaster1.xml" Id="Raa51679558e545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 and ask what the student already remembers about this topic.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low-pressure diagnostic. Do not teach first; note vocabulary, fluency, and strategy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compare the two sides and explain the important distinction in her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first step, then have the student narrate the remaining steps. Emphasize reasoning over memorizing a phrase.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A 20; B 24; C 36; D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corrections: 24 (48 is common but not least); 20 (2 is a common factor, not a common multiple).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any mathematically valid reasoning. Ask a follow-up question if the student gives only an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5 minutes independently. Answers: 40; 36; 60; LCM is the least shared multiple, while GCF is the greatest shared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restate the takeaway. Praise a specific strategy or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0fd32d9c343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8f478db245437d" /><Relationship Type="http://schemas.openxmlformats.org/officeDocument/2006/relationships/slideLayout" Target="/ppt/slideLayouts/slideLayout1.xml" Id="R0f9d984c6c93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d984c6c93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57d1bbf554dd8" /><Relationship Type="http://schemas.openxmlformats.org/officeDocument/2006/relationships/notesSlide" Target="/ppt/notesSlides/notesSlide1.xml" Id="Rdc640c583eaa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bbfe867994b93" /><Relationship Type="http://schemas.openxmlformats.org/officeDocument/2006/relationships/notesSlide" Target="/ppt/notesSlides/notesSlide2.xml" Id="R5397ebfa003a46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029a3060a4e23" /><Relationship Type="http://schemas.openxmlformats.org/officeDocument/2006/relationships/notesSlide" Target="/ppt/notesSlides/notesSlide3.xml" Id="R7b658d61500a46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fc9222a344761" /><Relationship Type="http://schemas.openxmlformats.org/officeDocument/2006/relationships/notesSlide" Target="/ppt/notesSlides/notesSlide4.xml" Id="Ra5aa1b46f7f642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c7b12a9824426" /><Relationship Type="http://schemas.openxmlformats.org/officeDocument/2006/relationships/notesSlide" Target="/ppt/notesSlides/notesSlide5.xml" Id="Rcb2d30adc13449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b5ed0290f4c11" /><Relationship Type="http://schemas.openxmlformats.org/officeDocument/2006/relationships/notesSlide" Target="/ppt/notesSlides/notesSlide6.xml" Id="Re7828e4c6d084d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0f25f14c54651" /><Relationship Type="http://schemas.openxmlformats.org/officeDocument/2006/relationships/notesSlide" Target="/ppt/notesSlides/notesSlide7.xml" Id="R003b1dd88c79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b34bd667f4cde" /><Relationship Type="http://schemas.openxmlformats.org/officeDocument/2006/relationships/notesSlide" Target="/ppt/notesSlides/notesSlide8.xml" Id="R66c48e2351cd4b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62f1e17d040fa" /><Relationship Type="http://schemas.openxmlformats.org/officeDocument/2006/relationships/notesSlide" Target="/ppt/notesSlides/notesSlide9.xml" Id="R07845e09cf744f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D5E6C-E3B4-4A49-8F11-54F7FF36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BIG IDEAS MATH • GRADE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7F7B5-43FE-4A2C-942A-912A9089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Chapter 1 • Section 1.5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DB397-074C-4E0C-BE42-79417A75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Least Common Multiple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34F59-2A34-48D6-8E4A-7D3FAF5C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LCM is the smallest positive multiple shared by every number.</a:t>
            </a:r>
          </a:p>
        </p:txBody>
      </p:sp>
    </p:spTree>
    <p:extLst>
      <p:ext uri="{BB962C8B-B14F-4D97-AF65-F5344CB8AC3E}">
        <p14:creationId xmlns:p14="http://schemas.microsoft.com/office/powerpoint/2010/main" val="1869817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C50E5-0A9D-4235-BE13-6E677802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 by generating multiples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BF79D-DF15-41F6-906A-B491AFCD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E1299-7918-48BB-8ACA-A41D8E83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8D41E-5919-41ED-9B6B-86E24CE2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Write the first five multiples of 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7419F-4D0F-4316-ABA8-931A93B8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8502B-BAD4-4CA3-ACA9-AF8930AD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Write the first five multiples of 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19976-6CF3-4FB6-888A-509C44A0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032E4-51E4-4E3B-9CE6-3AB1600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Which multiples do 4 and 6 share?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C3334-886F-49E2-9564-FF74AA70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A0336-4851-4316-9F8F-595471C6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What is the first shared positive multiple?</a:t>
            </a:r>
          </a:p>
        </p:txBody>
      </p:sp>
    </p:spTree>
    <p:extLst>
      <p:ext uri="{BB962C8B-B14F-4D97-AF65-F5344CB8AC3E}">
        <p14:creationId xmlns:p14="http://schemas.microsoft.com/office/powerpoint/2010/main" val="848061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154C0-948C-4CEB-A493-FBB9C741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Multiples grow by repeated addition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837DD-2BBE-4FCA-9174-0B62728F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24B4D-290B-446B-A520-61D00D34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1E7E1-EFAF-46FF-962A-D6AD1CEF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EA2BF-346D-4C25-9D62-1B2F8D6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MULTIPLES OF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F459-ADD5-4D44-809B-36EFF92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4, 8, 12, 16, 20, 24…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863B2-39FF-4BDE-9DD6-5A851948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MULTIPLES OF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4F4AB-F9C1-4137-AC35-7682A437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6, 12, 18, 24, 30…</a:t>
            </a:r>
          </a:p>
        </p:txBody>
      </p:sp>
    </p:spTree>
    <p:extLst>
      <p:ext uri="{BB962C8B-B14F-4D97-AF65-F5344CB8AC3E}">
        <p14:creationId xmlns:p14="http://schemas.microsoft.com/office/powerpoint/2010/main" val="2119668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2BB6A-9C06-4D33-B7E5-7B6B8144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Find the first shared multiple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E279B-4C75-4F24-9B9B-C6FE165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000125" y="338137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87AD1-8A4C-418C-92B9-00CFE64D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E52B5-F53E-4C5B-B79F-68D30E6A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C6B0E-5B11-4CC2-BB7A-A78860CF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5E503-009D-45DE-AB09-35A179E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Generate in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743F5-A327-4717-AF8E-EBC8A4C3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FFC4F-D91F-4442-95B0-8852B3E6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60105-A710-4DD1-984D-CC3F07C8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5B224-0815-45A3-A490-764CF622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Look for matches.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ADA55-1A62-49DD-B29C-A1EA576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23A07-BED8-4DDE-9998-AB97D019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OR FACTOR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AB04D-6B4F-409E-9FEE-D71174EE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prime factors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534BB-9869-4FAC-9870-75E1A8C3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Use every needed prime.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CAB2E-2A3A-470B-8412-BF007EF0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767CA-94DA-4FFE-A497-4BAA4691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F4C2E-3B64-4E9F-8CFC-176FFF9F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ED735-403B-47CE-8EE9-AA8C01B9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Select the first positive match.</a:t>
            </a:r>
          </a:p>
        </p:txBody>
      </p:sp>
    </p:spTree>
    <p:extLst>
      <p:ext uri="{BB962C8B-B14F-4D97-AF65-F5344CB8AC3E}">
        <p14:creationId xmlns:p14="http://schemas.microsoft.com/office/powerpoint/2010/main" val="2023042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52446-90FA-4051-9A32-490FD9D2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Find each least common multiple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A8905-5AA6-4611-BB04-B33F6634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6B28F-D462-4DF5-B288-CF68133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FC2F1-F8FD-4468-968D-AB7F1976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  LCM(4, 10)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78CF5-6DA5-4DC9-AC0C-DF04FA27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5F076-35E4-4F96-ACB9-695D0083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   LCM(6, 8)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1E7E6-CD43-462E-BBA6-41518F2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A79AD-D558-4E0D-B926-80AB3890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   LCM(9, 12)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B65EB-F1A4-4E73-BA1C-4BF14E9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8B2F7-898A-4221-AF41-7B5CE0AE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   LCM(3, 4, 6)</a:t>
            </a:r>
          </a:p>
        </p:txBody>
      </p:sp>
    </p:spTree>
    <p:extLst>
      <p:ext uri="{BB962C8B-B14F-4D97-AF65-F5344CB8AC3E}">
        <p14:creationId xmlns:p14="http://schemas.microsoft.com/office/powerpoint/2010/main" val="165178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E6D0D-4B47-4F41-B776-357B3EA0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 detective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14738-A05C-45EB-9A6C-69B98AC1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9E988-64B2-42C3-A31F-4975206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489AD-A376-4805-94B6-E515047E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LCM(6, 8) = 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97D16-7B45-4D78-B1B2-C2FF275D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AC1DD-1BC9-4E64-926D-A0409CDC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D3EFD-0371-4152-8574-A6C2A635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LCM(4, 10) =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DFF43-F5E8-43B1-8A41-5A44284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23F27-7B00-4A93-8CE3-4075963F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863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Correct each answer and explain the fix.</a:t>
            </a:r>
          </a:p>
        </p:txBody>
      </p:sp>
    </p:spTree>
    <p:extLst>
      <p:ext uri="{BB962C8B-B14F-4D97-AF65-F5344CB8AC3E}">
        <p14:creationId xmlns:p14="http://schemas.microsoft.com/office/powerpoint/2010/main" val="1951983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D8921-11B7-4CB1-9C55-C1B211E3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the LCM when events repeat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D77C6-EC9C-43E7-9CF6-890C4D00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1783F-99E4-4723-898D-BF7E326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811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light flashes every 6 seconds and another every 8 seconds. Together again after…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C4FA5-AE3A-437C-A905-BECFB501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CEBE6-2132-48EB-A4C0-1C6F32DF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266BC-936B-4111-BA71-D2D9672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0E5F5-1876-447F-8AAD-B36B6847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 seconds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C13E-61D6-40A8-8D5C-10026781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D3E0D-D5BE-41EE-9EA9-E15785B9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 seconds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F4871-4510-4EA2-AA6A-8B4FA8E3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232AC-407C-45CA-B791-75CBE583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48 seconds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01585-52EC-4CEE-ABB1-22A7AC9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</p:spTree>
    <p:extLst>
      <p:ext uri="{BB962C8B-B14F-4D97-AF65-F5344CB8AC3E}">
        <p14:creationId xmlns:p14="http://schemas.microsoft.com/office/powerpoint/2010/main" val="1749481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0FAE3-0F0D-4166-83F5-7AEC2334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C2543-9F7D-401F-B571-3DC3EE8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34A29-4384-4942-B22F-1EA2E7B0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Find LCM(5, 8).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09625" y="20478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8ACD6-A60B-440A-88DE-F3639926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Find LCM(12, 18).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809625" y="31146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CD78D-69A7-475F-9508-3351FCAA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147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Find LCM(4, 6, 10).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809625" y="41814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3C1CF-743A-4784-8D10-A8BCA15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How is LCM different from GCF?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809625" y="52482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1214076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3D8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40003-7239-40A0-94FB-A33CFE85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LCM is the first positive place the multiples meet.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F5994-5505-4654-B8EC-FA7BC9AD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5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F"/>
                </a:solidFill>
                <a:latin typeface="Arial"/>
                <a:ea typeface="Arial"/>
                <a:cs typeface="Arial"/>
              </a:rPr>
              <a:t>Chapter 1 complete: powers, order, factors, GCF, and LCM</a:t>
            </a:r>
          </a:p>
        </p:txBody>
      </p:sp>
    </p:spTree>
    <p:extLst>
      <p:ext uri="{BB962C8B-B14F-4D97-AF65-F5344CB8AC3E}">
        <p14:creationId xmlns:p14="http://schemas.microsoft.com/office/powerpoint/2010/main" val="1903491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2026-08-13T05:21:09.5780000Z</dcterms:created>
  <dcterms:modified xsi:type="dcterms:W3CDTF">2026-08-13T05:21:09.5780000Z</dcterms:modified>
</coreProperties>
</file>